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Order from Chaos:</a:t>
            </a:r>
            <a:br/>
            <a:r>
              <a:t>Chaotic-Cipher Reversible Data Hiding in Encrypted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Erdem Yavuz (Pattern Analysis and Applications,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Chaotic maps give key-sensitive, high-entropy encryption.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The CRT shares pixels losslessly.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Combine chaos + CRT for secure RDHEI.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data into an encrypted image without the plaintext.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Keep encryption strong (high entropy).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data and recover the exact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 2011/2012: first (separable) RDHEI,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Puteaux-Puech 2018: MSB prediction, ~1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specific high-capacity/secure RDHEI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 with a logistic-map keystream.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Share pixels via CRT.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by predictable-MSB replacement; exact recovery.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342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Owner encrypts.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Data hider embeds in the encrypted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extracts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recovers the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Encryption: strong cipher (entropy ~ 8 bits).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MSB of predictable pixels replaced by payload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Recovery: decrypt low bits + predict MSB from neighbours.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net rate (bpp), encrypted entropy, exact recovery, payload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Encrypted entropy ~7.98.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CRT lossless (0 error).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 1 bpp, exact recovery.</a:t>
            </a:r>
          </a:p>
        </p:txBody>
      </p:sp>
      <p:pic>
        <p:nvPicPr>
          <p:cNvPr id="5" name="Picture 4" descr="fi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Strong key-sensitive encryption.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chaotic scheme differs.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One modulus for 8-bit.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Gross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Hyperchaotic ciphers.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Key-sensitivity analysis.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Larger corpora.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reversible-in-encrypted-domain scheme.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Near-1-bpp rate, strong encryption,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Yavuz. Chaos + CRT RDHEI. PAA 28,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 &amp; Puech. MSB-prediction RDHEI. IEEE TIFS 13(7), 2018.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Zhang. RDH in Encrypted Image. IEEE SPL 18(4),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